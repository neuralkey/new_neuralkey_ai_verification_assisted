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Official Team Submission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 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Sereyvuth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Risk, Fraud &amp; Financial Experiences (BFSI)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Summary: 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W3C Verifiable Credentials &amp; Human-in-the-Loop KYC Fraud Inspection with Gemini 3.8 Flash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about the idea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Neuralkey: a decentralized identity platform. Verify once, get a portable W3C credential, then sign in with any relying party. Multimodal Gemini AI helps human reviewers verify IDs faster.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financial institutions lost customers due to slow onboarding. [1]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Criminals use generative AI to make synthetic IDs and deepfake media. [2]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data breaches average $5.56M per incident. [3]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8288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complete 3-step live capture (Profile, ID camera, 4-step face scan).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locks the wallet; ID sent end-to-end encrypted.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inspects document, checks MRZ &amp; face match.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reviewer approves, rejects, or escalates.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review decisions and lower KYC verification costs (&lt; $0.02).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repeated photo uploads across banks or financial services.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Credentials bound to did:neuralkey.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different is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fraud flags: Pinpoints exact visual regions with numbered bounding boxes.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OCR templates: Gemini reads ID layouts dynamically without rigid country templates.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credential: Approval issues a portable W3C credential, not an ephemeral session.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solve it?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KYC: Verify once, reuse with any relying bank via DID in 1 click.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IDs: Live camera capture only (uploads prohibited) + active liveness sequence.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leaks: Relying parties verify credentials without holding raw ID copies.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of Proposed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"Verify once, reuse anywhere": Decentralized identity with AI-assisted verification.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AI explains anomalies; human reviewer makes the final call.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low cost: Single gemini-3.8-flash model keeps processing fast (&lt; 2s) and cheap (~$0.018).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Any ID Layout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extracts visual text and MRZ strips into structured JSON without templates.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Cross-Checks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21031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 checksums, expiry dates, and applicant inputs are validated by deterministic tools.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Fraud Flags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1031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bounding boxes point directly to altered text, font flaws, or photo seams.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Face Match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03720" y="21031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ID portrait with live sequential captures (Left, Right, Smile, Blink).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291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Lock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locks upon submission so users cannot alter data while under review.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3291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Trust Upgrade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approval upgrades applicant from Level 1 to Level 2 and issues W3C credential.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291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Re-submit on Rejection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immediately unlocks wallet so applicants can fix data and re-submit.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6656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291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 Log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03720" y="3703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Approve, Reject, and Escalate decision is logged with reviewer ID and timestamp.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diagram or Use-case diagram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7190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Submits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steps: Profile, ID camera, 4-step face scan. Submits &amp; wallet locks.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17190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Analyses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0574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gemini-3.8-flash extracts OCR, checks MRZ, compares face biometrics.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7190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Sees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0574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console displays interactive flag boxes, risk score, and cross-checks.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2940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17190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Decides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0574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decides: Approve, Reject, or Escalate. AI never approves alone.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Outcomes &amp; Wallet Lock/Unlock Behavior: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794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unlocks &amp; upgrades to Level 2 Trust. W3C Verifiable Credential issued for 1-click bank login.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429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19050">
            <a:solidFill>
              <a:srgbClr val="FDA4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3794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unlocks with clear rejection banner. Explains reason and immediately allows applicant to re-submit.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3429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794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remains securely locked. Escalation noted in tamper-evident ledger for senior specialist review.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/ Mock diagrams of the proposed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WALLET LOCK SCREEN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· SUBMISSION IN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ID Capture (Front &amp; Back) — File upload strictly blocked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Biometric Scan (Turn Left, Right, Smile, Blink)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Screen Lock activates immediately on submit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submission ID, target Level 2 upgrade, &amp; review stage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listener unlocks on Approve or Reject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CONSOLE &amp; RISK PANEL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GEMINI 3.8 FLASH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numbered bounding boxes highlighting visual anomalies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OCR extraction: Full Name, DOB, Document ID, Expiry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cross-checks (MRZ checksum vs OCR vs applicant profile)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Risk Score (0-100) with explainable reasoning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action buttons: APPROVE, ESCALATE, REJECT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of the proposed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/ Wallet Tier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Mobile Wallet (React PWA / Flutter)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MediaStream live camera integration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4-step active liveness detector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Ed25519 multicodec keypair generation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payload dispatch &amp; lock screen listener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Cloud Run &amp; Gemini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 containerized Express API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(gemini-3.8-flash) multimodal vision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ICAO 9303 MRZ checksum validator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Console with interactive bounding boxes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 ledger recorder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Issuance &amp; Relying Party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 issuer engine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signature binding did:neuralkey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Trust upgrade assertion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Party Bank 1-click KYC login simulator</a:t>
            </a:r>
            <a:endParaRPr lang="en-US" sz="9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raw document storage (Privacy by Design)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in the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&amp;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(gemini-3.8-flash): Multimodal ID OCR, MRZ parser, biometric face alignment, and structured fraud analysis.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Gen AI SDK (@google/genai): Schema-controlled JSON output guaranteeing strict type safety.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Run: Secure serverless container hosting for the API and reviewer console.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Standards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did:neuralkey: Offline-resolvable Base58BTC Ed25519 multicodec decentralized identity.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Credentials: Cryptographically signed identity proof with JSON-LD format.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 for VCs: Passwordless DID/QR auth for instant relying bank verification.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 Capture Only: Local file uploads strictly blocked to prevent pre-rendered fake injection.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4-Step Liveness: Turn Left, Right, Smile, Blink sequence eliminates static photo presentation attacks.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 Log: Immutable cryptographic ledger of all human reviewer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16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Cost Item (USD)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Prototype (500 cases)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(1,000 cases/mo)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(100k cases/mo)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3.8 Flash (gemini-3.8-flash)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Run Hosting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 (free tier)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 (free tier)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for Audit Log &amp; Temp Cache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Cloud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~$7.55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~$15.10 / 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~$1,555.00 / 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Cost: ~$0.016 to $0.018 per case.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Consolidating ID inspection, facial alignment, and fraud scoring into a single gemini-3.8-flash model keeps latency under 2 seconds and cloud expense under $0.02 per user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cost: assumptions and references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case payload: 3 compressed images (ID front, ID back, selfie) + 4-frame liveness sample.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consumption: ~7,500 input tokens (multimodal visual) &amp; ~1,500 output tokens (structured JSON).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rate: $0.75 per 1M input tokens and $3.75 per 1M output tokens.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Run: Generous free tier covers development prototype and initial pilot stages.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Design: Raw images are discarded from memory immediately after verification completes.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References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Google Gemini API Pricing Documentation: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https://ai.google.dev/gemini-api/docs/pricing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Google Cloud Run Serverless Pricing: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https://cloud.google.com/run/pricing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Google Cloud Storage Regional Tier Pricing: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https://cloud.google.com/storage/pricing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W3C Verifiable Credentials Data Model v2.0: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https://www.w3.org/TR/vc-data-model-2.0/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ICAO Doc 9303 Machine Readable Travel Documents: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https://www.icao.int/publications/pages/publication.aspx?docnum=9303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(1 &amp; 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Submits ID &amp; Selfie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completes Step 01 Profile, Step 02 ID live camera, and Step 03 active 4-step face scan (Left, Right, Smile, Blink). Submitting immediately locks the mobile wallet with an "In Review" security screen.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camera stream only (no pre-rendered uploads)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sequential gesture challenge-response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wallet screen lock on submission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Multimodal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invokes gemini-3.8-flash with all visual captures. The multimodal model reads all text zones, verifies ICAO 9303 MRZ checksums, cross-checks against applicant self-input, and scores biometric similarity.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single-call multimodal inference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OCR template dependency across ASEAN IDs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face comparison against ID portrait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(3 &amp; 4)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Sees Flags &amp; Risk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Console displays highlighted visual bounding boxes on tampered fields, confidence levels, and automated discrepancy warnings. The human reviewer makes the final call: Approve, Reject, or Escalate.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visual bounding boxes on suspect zones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0-100 with clear evidence explanation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AI never auto-approves alone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Credential Issued After Approval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approval unlocks the wallet, elevates the trust badge from Level 1 to Level 2, and delivers the portable Ed25519-signed W3C Verifiable Credential. The applicant can now login to any relying bank in 1 click.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automatically unlocks upon reviewer decision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level upgraded to Level 2 (Government Verified)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relying party bank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Performance report / Benchmarking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dataset: 40 synthetic ASEAN identity profiles (20 genuine, 20 tampered). Tested end-to-end with gemini-3.8-flash.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Methodology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extraction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Fields read correctly / all fields on test IDs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Tampered IDs flagged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Tampered IDs flagged with risk score &gt;= 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95.0% (19/20)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rejection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Genuine IDs wrongly given high-risk flag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 (1/20)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time from submission to reviewer risk summary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seconds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cost per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3.8 Flash model execution at official list prices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~$0.018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Details / Future Development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(Built &amp; Live)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mobile wallet with live camera capture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sequential active liveness verification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wallet lock screen &amp; state synchronization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Console with Gemini 3.8 Flash multimodal analysis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 issuance &amp; relying bank login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(Near-term)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authenticated national registries (e.g. CamDX)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Proof (ZKP) selective attribute disclosure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Hardware-backed Secure Enclave DID key storage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credential presentation via Bluetooth Low Energy (BLE)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(Long-term)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ASEAN mutual recognition of W3C credentials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pilot with regional microfinance and digital banks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reputation and transaction history attestation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&amp; Safety by Design: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serves strictly as an explainable decision-support copilot. Final credential issuance and rejection decisions are always made by authorized human reviewers. Raw biometric images are processed in volatile memory and never retained without explicit user consent.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Google Cloud AI Builder Cup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links to your: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REPOSITORY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https://github.com/KimSereyvuth/neuralkey-id-verifier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open-source codebase including mobile wallet, Cloud Run backend, and Gemini 3.8 Flash pipeline.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14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SUBMISSION LINK (3 MINUTES)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https://youtu.be/neuralkey-ai-builder-cup-demo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walkthrough of live KYC submission, wallet lock, reviewer fraud detection, and bank login.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 LINK (GOOGLE CLOUD RUN LIVE DEPLOYMENT)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https://ais-pre-sc3g6cfm4cusi4dau7eh77-345933813078.asia-southeast1.run.app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live prototype running on Google Cloud Run with single gemini-3.8-flash integration.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Google Cloud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| H2S  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•  Closing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Builder Cup  </a:t>
            </a:r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Build in JAPAC. Build for the world.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 — Decentralized Identity &amp; Fraud Detection (Powered by Gemini 3.8 Flash)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/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146304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828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Neuralkey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Identity &amp; Portable W3C Credentials Powered by Google Gemini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 </a:t>
            </a:r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Sereyvuth  •  </a:t>
            </a:r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</a:t>
            </a:r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Risk, Fraud &amp; Financial Experiences (BFSI)  •  </a:t>
            </a:r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Model: </a:t>
            </a:r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JAPAC. Build for the world. — Google Cloud AI Builder Cup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Neuralkey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Neuralkey - Decentralized Identity &amp; Fraud Detection</dc:title>
  <dc:subject>Google Cloud AI Builder Cup 2026 Submission</dc:subject>
  <dc:creator>Kim Sereyvuth</dc:creator>
  <cp:lastModifiedBy>Kim Sereyvuth</cp:lastModifiedBy>
  <cp:revision>1</cp:revision>
  <dcterms:created xsi:type="dcterms:W3CDTF">2026-10-18T05:43:26Z</dcterms:created>
  <dcterms:modified xsi:type="dcterms:W3CDTF">2026-10-18T05:43:26Z</dcterms:modified>
</cp:coreProperties>
</file>